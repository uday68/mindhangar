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927939"/>
            <a:ext cx="4444365" cy="284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7156"/>
            <a:ext cx="9144000" cy="50363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927939"/>
            <a:ext cx="5507355" cy="284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202729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56687" y="3472880"/>
            <a:ext cx="2012950" cy="11010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210">
                <a:solidFill>
                  <a:srgbClr val="202729"/>
                </a:solidFill>
                <a:latin typeface="Arial Black"/>
                <a:cs typeface="Arial Black"/>
              </a:rPr>
              <a:t>Team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80">
                <a:solidFill>
                  <a:srgbClr val="202729"/>
                </a:solidFill>
                <a:latin typeface="Arial Black"/>
                <a:cs typeface="Arial Black"/>
              </a:rPr>
              <a:t>Name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50">
                <a:solidFill>
                  <a:srgbClr val="202729"/>
                </a:solidFill>
                <a:latin typeface="Arial Black"/>
                <a:cs typeface="Arial Black"/>
              </a:rPr>
              <a:t>:</a:t>
            </a:r>
            <a:endParaRPr sz="1600">
              <a:latin typeface="Arial Black"/>
              <a:cs typeface="Arial Black"/>
            </a:endParaRPr>
          </a:p>
          <a:p>
            <a:pPr marL="12700" marR="5080" indent="-635">
              <a:lnSpc>
                <a:spcPts val="3340"/>
              </a:lnSpc>
              <a:spcBef>
                <a:spcPts val="15"/>
              </a:spcBef>
            </a:pPr>
            <a:r>
              <a:rPr dirty="0" sz="1600" spc="-210">
                <a:solidFill>
                  <a:srgbClr val="202729"/>
                </a:solidFill>
                <a:latin typeface="Arial Black"/>
                <a:cs typeface="Arial Black"/>
              </a:rPr>
              <a:t>Team</a:t>
            </a:r>
            <a:r>
              <a:rPr dirty="0" sz="16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50">
                <a:solidFill>
                  <a:srgbClr val="202729"/>
                </a:solidFill>
                <a:latin typeface="Arial Black"/>
                <a:cs typeface="Arial Black"/>
              </a:rPr>
              <a:t>Leader</a:t>
            </a:r>
            <a:r>
              <a:rPr dirty="0" sz="1600" spc="-17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80">
                <a:solidFill>
                  <a:srgbClr val="202729"/>
                </a:solidFill>
                <a:latin typeface="Arial Black"/>
                <a:cs typeface="Arial Black"/>
              </a:rPr>
              <a:t>Name</a:t>
            </a:r>
            <a:r>
              <a:rPr dirty="0" sz="1600" spc="-17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50">
                <a:solidFill>
                  <a:srgbClr val="202729"/>
                </a:solidFill>
                <a:latin typeface="Arial Black"/>
                <a:cs typeface="Arial Black"/>
              </a:rPr>
              <a:t>: </a:t>
            </a:r>
            <a:r>
              <a:rPr dirty="0" sz="1600" spc="-135">
                <a:solidFill>
                  <a:srgbClr val="202729"/>
                </a:solidFill>
                <a:latin typeface="Arial Black"/>
                <a:cs typeface="Arial Black"/>
              </a:rPr>
              <a:t>Problem</a:t>
            </a:r>
            <a:r>
              <a:rPr dirty="0" sz="1600" spc="-15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25">
                <a:solidFill>
                  <a:srgbClr val="202729"/>
                </a:solidFill>
                <a:latin typeface="Arial Black"/>
                <a:cs typeface="Arial Black"/>
              </a:rPr>
              <a:t>Statement</a:t>
            </a:r>
            <a:r>
              <a:rPr dirty="0" sz="1600" spc="-15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50">
                <a:solidFill>
                  <a:srgbClr val="202729"/>
                </a:solidFill>
                <a:latin typeface="Arial Black"/>
                <a:cs typeface="Arial Black"/>
              </a:rPr>
              <a:t>: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927939"/>
            <a:ext cx="214757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25">
                <a:solidFill>
                  <a:srgbClr val="202729"/>
                </a:solidFill>
                <a:latin typeface="Arial Black"/>
                <a:cs typeface="Arial Black"/>
              </a:rPr>
              <a:t>Brief</a:t>
            </a:r>
            <a:r>
              <a:rPr dirty="0" sz="1700" spc="-20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90">
                <a:solidFill>
                  <a:srgbClr val="202729"/>
                </a:solidFill>
                <a:latin typeface="Arial Black"/>
                <a:cs typeface="Arial Black"/>
              </a:rPr>
              <a:t>about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0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5">
                <a:solidFill>
                  <a:srgbClr val="202729"/>
                </a:solidFill>
                <a:latin typeface="Arial Black"/>
                <a:cs typeface="Arial Black"/>
              </a:rPr>
              <a:t>Idea:</a:t>
            </a:r>
            <a:endParaRPr sz="1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5"/>
              <a:t>Your</a:t>
            </a:r>
            <a:r>
              <a:rPr dirty="0" spc="-200"/>
              <a:t> </a:t>
            </a:r>
            <a:r>
              <a:rPr dirty="0" spc="-95"/>
              <a:t>solution</a:t>
            </a:r>
            <a:r>
              <a:rPr dirty="0" spc="-195"/>
              <a:t> </a:t>
            </a:r>
            <a:r>
              <a:rPr dirty="0" spc="-100"/>
              <a:t>should</a:t>
            </a:r>
            <a:r>
              <a:rPr dirty="0" spc="-200"/>
              <a:t> </a:t>
            </a:r>
            <a:r>
              <a:rPr dirty="0" spc="-110"/>
              <a:t>be</a:t>
            </a:r>
            <a:r>
              <a:rPr dirty="0" spc="-195"/>
              <a:t> </a:t>
            </a:r>
            <a:r>
              <a:rPr dirty="0" spc="-125"/>
              <a:t>able</a:t>
            </a:r>
            <a:r>
              <a:rPr dirty="0" spc="-195"/>
              <a:t> </a:t>
            </a:r>
            <a:r>
              <a:rPr dirty="0" spc="-85"/>
              <a:t>to</a:t>
            </a:r>
            <a:r>
              <a:rPr dirty="0" spc="-200"/>
              <a:t> </a:t>
            </a:r>
            <a:r>
              <a:rPr dirty="0" spc="-140"/>
              <a:t>explain</a:t>
            </a:r>
            <a:r>
              <a:rPr dirty="0" spc="-195"/>
              <a:t> </a:t>
            </a:r>
            <a:r>
              <a:rPr dirty="0" spc="-80"/>
              <a:t>the</a:t>
            </a:r>
            <a:r>
              <a:rPr dirty="0" spc="-200"/>
              <a:t> </a:t>
            </a:r>
            <a:r>
              <a:rPr dirty="0" spc="-60"/>
              <a:t>following: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90621" y="1342213"/>
            <a:ext cx="5628640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385"/>
              </a:spcBef>
              <a:buFont typeface="Microsoft Sans Serif"/>
              <a:buChar char="●"/>
              <a:tabLst>
                <a:tab pos="363855" algn="l"/>
              </a:tabLst>
            </a:pPr>
            <a:r>
              <a:rPr dirty="0" sz="1600" spc="-210">
                <a:solidFill>
                  <a:srgbClr val="202729"/>
                </a:solidFill>
                <a:latin typeface="Arial Black"/>
                <a:cs typeface="Arial Black"/>
              </a:rPr>
              <a:t>How</a:t>
            </a:r>
            <a:r>
              <a:rPr dirty="0" sz="1600" spc="-19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65">
                <a:solidFill>
                  <a:srgbClr val="202729"/>
                </a:solidFill>
                <a:latin typeface="Arial Black"/>
                <a:cs typeface="Arial Black"/>
              </a:rPr>
              <a:t>dierent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30">
                <a:solidFill>
                  <a:srgbClr val="202729"/>
                </a:solidFill>
                <a:latin typeface="Arial Black"/>
                <a:cs typeface="Arial Black"/>
              </a:rPr>
              <a:t>is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90">
                <a:solidFill>
                  <a:srgbClr val="202729"/>
                </a:solidFill>
                <a:latin typeface="Arial Black"/>
                <a:cs typeface="Arial Black"/>
              </a:rPr>
              <a:t>it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20">
                <a:solidFill>
                  <a:srgbClr val="202729"/>
                </a:solidFill>
                <a:latin typeface="Arial Black"/>
                <a:cs typeface="Arial Black"/>
              </a:rPr>
              <a:t>from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30">
                <a:solidFill>
                  <a:srgbClr val="202729"/>
                </a:solidFill>
                <a:latin typeface="Arial Black"/>
                <a:cs typeface="Arial Black"/>
              </a:rPr>
              <a:t>any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70">
                <a:solidFill>
                  <a:srgbClr val="202729"/>
                </a:solidFill>
                <a:latin typeface="Arial Black"/>
                <a:cs typeface="Arial Black"/>
              </a:rPr>
              <a:t>of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85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95">
                <a:solidFill>
                  <a:srgbClr val="202729"/>
                </a:solidFill>
                <a:latin typeface="Arial Black"/>
                <a:cs typeface="Arial Black"/>
              </a:rPr>
              <a:t>other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25">
                <a:solidFill>
                  <a:srgbClr val="202729"/>
                </a:solidFill>
                <a:latin typeface="Arial Black"/>
                <a:cs typeface="Arial Black"/>
              </a:rPr>
              <a:t>existing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75">
                <a:solidFill>
                  <a:srgbClr val="202729"/>
                </a:solidFill>
                <a:latin typeface="Arial Black"/>
                <a:cs typeface="Arial Black"/>
              </a:rPr>
              <a:t>ideas?</a:t>
            </a:r>
            <a:endParaRPr sz="1600">
              <a:latin typeface="Arial Black"/>
              <a:cs typeface="Arial Black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Font typeface="Microsoft Sans Serif"/>
              <a:buChar char="●"/>
              <a:tabLst>
                <a:tab pos="363855" algn="l"/>
              </a:tabLst>
            </a:pPr>
            <a:r>
              <a:rPr dirty="0" sz="1600" spc="-210">
                <a:solidFill>
                  <a:srgbClr val="202729"/>
                </a:solidFill>
                <a:latin typeface="Arial Black"/>
                <a:cs typeface="Arial Black"/>
              </a:rPr>
              <a:t>How</a:t>
            </a:r>
            <a:r>
              <a:rPr dirty="0" sz="16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60">
                <a:solidFill>
                  <a:srgbClr val="202729"/>
                </a:solidFill>
                <a:latin typeface="Arial Black"/>
                <a:cs typeface="Arial Black"/>
              </a:rPr>
              <a:t>will</a:t>
            </a:r>
            <a:r>
              <a:rPr dirty="0" sz="16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90">
                <a:solidFill>
                  <a:srgbClr val="202729"/>
                </a:solidFill>
                <a:latin typeface="Arial Black"/>
                <a:cs typeface="Arial Black"/>
              </a:rPr>
              <a:t>it</a:t>
            </a:r>
            <a:r>
              <a:rPr dirty="0" sz="16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14">
                <a:solidFill>
                  <a:srgbClr val="202729"/>
                </a:solidFill>
                <a:latin typeface="Arial Black"/>
                <a:cs typeface="Arial Black"/>
              </a:rPr>
              <a:t>be</a:t>
            </a:r>
            <a:r>
              <a:rPr dirty="0" sz="16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30">
                <a:solidFill>
                  <a:srgbClr val="202729"/>
                </a:solidFill>
                <a:latin typeface="Arial Black"/>
                <a:cs typeface="Arial Black"/>
              </a:rPr>
              <a:t>able</a:t>
            </a:r>
            <a:r>
              <a:rPr dirty="0" sz="1600" spc="-19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00">
                <a:solidFill>
                  <a:srgbClr val="202729"/>
                </a:solidFill>
                <a:latin typeface="Arial Black"/>
                <a:cs typeface="Arial Black"/>
              </a:rPr>
              <a:t>to</a:t>
            </a:r>
            <a:r>
              <a:rPr dirty="0" sz="16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30">
                <a:solidFill>
                  <a:srgbClr val="202729"/>
                </a:solidFill>
                <a:latin typeface="Arial Black"/>
                <a:cs typeface="Arial Black"/>
              </a:rPr>
              <a:t>solve</a:t>
            </a:r>
            <a:r>
              <a:rPr dirty="0" sz="16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85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6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202729"/>
                </a:solidFill>
                <a:latin typeface="Arial Black"/>
                <a:cs typeface="Arial Black"/>
              </a:rPr>
              <a:t>problem?</a:t>
            </a:r>
            <a:endParaRPr sz="1600">
              <a:latin typeface="Arial Black"/>
              <a:cs typeface="Arial Black"/>
            </a:endParaRP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Font typeface="Microsoft Sans Serif"/>
              <a:buChar char="●"/>
              <a:tabLst>
                <a:tab pos="363855" algn="l"/>
              </a:tabLst>
            </a:pP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USP</a:t>
            </a:r>
            <a:r>
              <a:rPr dirty="0" sz="1600" spc="-19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70">
                <a:solidFill>
                  <a:srgbClr val="202729"/>
                </a:solidFill>
                <a:latin typeface="Arial Black"/>
                <a:cs typeface="Arial Black"/>
              </a:rPr>
              <a:t>of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85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20">
                <a:solidFill>
                  <a:srgbClr val="202729"/>
                </a:solidFill>
                <a:latin typeface="Arial Black"/>
                <a:cs typeface="Arial Black"/>
              </a:rPr>
              <a:t>proposed</a:t>
            </a:r>
            <a:r>
              <a:rPr dirty="0" sz="1600" spc="-18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600" spc="-10">
                <a:solidFill>
                  <a:srgbClr val="202729"/>
                </a:solidFill>
                <a:latin typeface="Arial Black"/>
                <a:cs typeface="Arial Black"/>
              </a:rPr>
              <a:t>solution</a:t>
            </a:r>
            <a:endParaRPr sz="1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List</a:t>
            </a:r>
            <a:r>
              <a:rPr dirty="0" spc="-204"/>
              <a:t> </a:t>
            </a:r>
            <a:r>
              <a:rPr dirty="0" spc="-60"/>
              <a:t>of</a:t>
            </a:r>
            <a:r>
              <a:rPr dirty="0" spc="-200"/>
              <a:t> </a:t>
            </a:r>
            <a:r>
              <a:rPr dirty="0" spc="-110"/>
              <a:t>features</a:t>
            </a:r>
            <a:r>
              <a:rPr dirty="0" spc="-200"/>
              <a:t> </a:t>
            </a:r>
            <a:r>
              <a:rPr dirty="0" spc="-180"/>
              <a:t>oered</a:t>
            </a:r>
            <a:r>
              <a:rPr dirty="0" spc="-200"/>
              <a:t> </a:t>
            </a:r>
            <a:r>
              <a:rPr dirty="0" spc="-130"/>
              <a:t>by</a:t>
            </a:r>
            <a:r>
              <a:rPr dirty="0" spc="-200"/>
              <a:t> </a:t>
            </a:r>
            <a:r>
              <a:rPr dirty="0" spc="-80"/>
              <a:t>the</a:t>
            </a:r>
            <a:r>
              <a:rPr dirty="0" spc="-200"/>
              <a:t> </a:t>
            </a:r>
            <a:r>
              <a:rPr dirty="0" spc="-60"/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347800"/>
            <a:ext cx="7039609" cy="51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400" spc="50">
                <a:solidFill>
                  <a:srgbClr val="434343"/>
                </a:solidFill>
                <a:latin typeface="Arial MT"/>
                <a:cs typeface="Arial MT"/>
              </a:rPr>
              <a:t>It</a:t>
            </a:r>
            <a:r>
              <a:rPr dirty="0" sz="1400" spc="-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is</a:t>
            </a:r>
            <a:r>
              <a:rPr dirty="0" sz="1400" spc="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always</a:t>
            </a:r>
            <a:r>
              <a:rPr dirty="0" sz="1400" spc="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beer</a:t>
            </a:r>
            <a:r>
              <a:rPr dirty="0" sz="1400" spc="1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90">
                <a:solidFill>
                  <a:srgbClr val="434343"/>
                </a:solidFill>
                <a:latin typeface="Arial MT"/>
                <a:cs typeface="Arial MT"/>
              </a:rPr>
              <a:t>to</a:t>
            </a:r>
            <a:r>
              <a:rPr dirty="0" sz="1400" spc="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add</a:t>
            </a:r>
            <a:r>
              <a:rPr dirty="0" sz="1400" spc="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</a:t>
            </a:r>
            <a:r>
              <a:rPr dirty="0" sz="1400" spc="1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few</a:t>
            </a:r>
            <a:r>
              <a:rPr dirty="0" sz="1400" spc="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visual</a:t>
            </a:r>
            <a:r>
              <a:rPr dirty="0" sz="1400" spc="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representations</a:t>
            </a:r>
            <a:r>
              <a:rPr dirty="0" sz="1400" spc="1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34343"/>
                </a:solidFill>
                <a:latin typeface="Arial MT"/>
                <a:cs typeface="Arial MT"/>
              </a:rPr>
              <a:t>(drawings/sketches/illustrations</a:t>
            </a:r>
            <a:r>
              <a:rPr dirty="0" sz="1400" spc="500">
                <a:solidFill>
                  <a:srgbClr val="434343"/>
                </a:solidFill>
                <a:latin typeface="Arial MT"/>
                <a:cs typeface="Arial MT"/>
              </a:rPr>
              <a:t>  </a:t>
            </a:r>
            <a:r>
              <a:rPr dirty="0" sz="1400" spc="60">
                <a:solidFill>
                  <a:srgbClr val="434343"/>
                </a:solidFill>
                <a:latin typeface="Arial MT"/>
                <a:cs typeface="Arial MT"/>
              </a:rPr>
              <a:t>etc.)</a:t>
            </a:r>
            <a:r>
              <a:rPr dirty="0" sz="1400" spc="-6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90">
                <a:solidFill>
                  <a:srgbClr val="434343"/>
                </a:solidFill>
                <a:latin typeface="Arial MT"/>
                <a:cs typeface="Arial MT"/>
              </a:rPr>
              <a:t>to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your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434343"/>
                </a:solidFill>
                <a:latin typeface="Arial MT"/>
                <a:cs typeface="Arial MT"/>
              </a:rPr>
              <a:t>presentation,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34343"/>
                </a:solidFill>
                <a:latin typeface="Arial MT"/>
                <a:cs typeface="Arial MT"/>
              </a:rPr>
              <a:t>it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adds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90">
                <a:solidFill>
                  <a:srgbClr val="434343"/>
                </a:solidFill>
                <a:latin typeface="Arial MT"/>
                <a:cs typeface="Arial MT"/>
              </a:rPr>
              <a:t>to</a:t>
            </a:r>
            <a:r>
              <a:rPr dirty="0" sz="1400" spc="-6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34343"/>
                </a:solidFill>
                <a:latin typeface="Arial MT"/>
                <a:cs typeface="Arial MT"/>
              </a:rPr>
              <a:t>the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power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60">
                <a:solidFill>
                  <a:srgbClr val="434343"/>
                </a:solidFill>
                <a:latin typeface="Arial MT"/>
                <a:cs typeface="Arial MT"/>
              </a:rPr>
              <a:t>through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34343"/>
                </a:solidFill>
                <a:latin typeface="Arial MT"/>
                <a:cs typeface="Arial MT"/>
              </a:rPr>
              <a:t>which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34343"/>
                </a:solidFill>
                <a:latin typeface="Arial MT"/>
                <a:cs typeface="Arial MT"/>
              </a:rPr>
              <a:t>it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reaches</a:t>
            </a:r>
            <a:r>
              <a:rPr dirty="0" sz="1400" spc="-5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434343"/>
                </a:solidFill>
                <a:latin typeface="Arial MT"/>
                <a:cs typeface="Arial MT"/>
              </a:rPr>
              <a:t>the</a:t>
            </a:r>
            <a:r>
              <a:rPr dirty="0" sz="1400" spc="-6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34343"/>
                </a:solidFill>
                <a:latin typeface="Arial MT"/>
                <a:cs typeface="Arial MT"/>
              </a:rPr>
              <a:t>audience.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Process</a:t>
            </a:r>
            <a:r>
              <a:rPr dirty="0" spc="-190"/>
              <a:t> </a:t>
            </a:r>
            <a:r>
              <a:rPr dirty="0" spc="-120"/>
              <a:t>ﬂow</a:t>
            </a:r>
            <a:r>
              <a:rPr dirty="0" spc="-190"/>
              <a:t> </a:t>
            </a:r>
            <a:r>
              <a:rPr dirty="0" spc="-135"/>
              <a:t>diagram</a:t>
            </a:r>
            <a:r>
              <a:rPr dirty="0" spc="-190"/>
              <a:t> </a:t>
            </a:r>
            <a:r>
              <a:rPr dirty="0" spc="-90"/>
              <a:t>or</a:t>
            </a:r>
            <a:r>
              <a:rPr dirty="0" spc="-190"/>
              <a:t> </a:t>
            </a:r>
            <a:r>
              <a:rPr dirty="0" spc="-105"/>
              <a:t>Use-</a:t>
            </a:r>
            <a:r>
              <a:rPr dirty="0" spc="-135"/>
              <a:t>case</a:t>
            </a:r>
            <a:r>
              <a:rPr dirty="0" spc="-190"/>
              <a:t> </a:t>
            </a:r>
            <a:r>
              <a:rPr dirty="0" spc="-90"/>
              <a:t>diagram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725" y="1379804"/>
            <a:ext cx="56057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Add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434343"/>
                </a:solidFill>
                <a:latin typeface="Arial MT"/>
                <a:cs typeface="Arial MT"/>
              </a:rPr>
              <a:t>ﬂow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diagram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or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use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case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diagram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or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434343"/>
                </a:solidFill>
                <a:latin typeface="Arial MT"/>
                <a:cs typeface="Arial MT"/>
              </a:rPr>
              <a:t>an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434343"/>
                </a:solidFill>
                <a:latin typeface="Arial MT"/>
                <a:cs typeface="Arial MT"/>
              </a:rPr>
              <a:t>architecture</a:t>
            </a:r>
            <a:r>
              <a:rPr dirty="0" sz="1400" spc="-45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434343"/>
                </a:solidFill>
                <a:latin typeface="Arial MT"/>
                <a:cs typeface="Arial MT"/>
              </a:rPr>
              <a:t>diagram.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927939"/>
            <a:ext cx="661225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5">
                <a:solidFill>
                  <a:srgbClr val="202729"/>
                </a:solidFill>
                <a:latin typeface="Arial Black"/>
                <a:cs typeface="Arial Black"/>
              </a:rPr>
              <a:t>Wireframes/Mock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35">
                <a:solidFill>
                  <a:srgbClr val="202729"/>
                </a:solidFill>
                <a:latin typeface="Arial Black"/>
                <a:cs typeface="Arial Black"/>
              </a:rPr>
              <a:t>diagrams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60">
                <a:solidFill>
                  <a:srgbClr val="202729"/>
                </a:solidFill>
                <a:latin typeface="Arial Black"/>
                <a:cs typeface="Arial Black"/>
              </a:rPr>
              <a:t>of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0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10">
                <a:solidFill>
                  <a:srgbClr val="202729"/>
                </a:solidFill>
                <a:latin typeface="Arial Black"/>
                <a:cs typeface="Arial Black"/>
              </a:rPr>
              <a:t>proposed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95">
                <a:solidFill>
                  <a:srgbClr val="202729"/>
                </a:solidFill>
                <a:latin typeface="Arial Black"/>
                <a:cs typeface="Arial Black"/>
              </a:rPr>
              <a:t>solution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25">
                <a:solidFill>
                  <a:srgbClr val="202729"/>
                </a:solidFill>
                <a:latin typeface="Arial Black"/>
                <a:cs typeface="Arial Black"/>
              </a:rPr>
              <a:t>(optional)</a:t>
            </a:r>
            <a:endParaRPr sz="1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927939"/>
            <a:ext cx="49371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14">
                <a:solidFill>
                  <a:srgbClr val="202729"/>
                </a:solidFill>
                <a:latin typeface="Arial Black"/>
                <a:cs typeface="Arial Black"/>
              </a:rPr>
              <a:t>Architecture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35">
                <a:solidFill>
                  <a:srgbClr val="202729"/>
                </a:solidFill>
                <a:latin typeface="Arial Black"/>
                <a:cs typeface="Arial Black"/>
              </a:rPr>
              <a:t>diagram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60">
                <a:solidFill>
                  <a:srgbClr val="202729"/>
                </a:solidFill>
                <a:latin typeface="Arial Black"/>
                <a:cs typeface="Arial Black"/>
              </a:rPr>
              <a:t>of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0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700" spc="-18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10">
                <a:solidFill>
                  <a:srgbClr val="202729"/>
                </a:solidFill>
                <a:latin typeface="Arial Black"/>
                <a:cs typeface="Arial Black"/>
              </a:rPr>
              <a:t>proposed</a:t>
            </a:r>
            <a:r>
              <a:rPr dirty="0" sz="1700" spc="-17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50">
                <a:solidFill>
                  <a:srgbClr val="202729"/>
                </a:solidFill>
                <a:latin typeface="Arial Black"/>
                <a:cs typeface="Arial Black"/>
              </a:rPr>
              <a:t>solution:</a:t>
            </a:r>
            <a:endParaRPr sz="1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927939"/>
            <a:ext cx="41821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5">
                <a:solidFill>
                  <a:srgbClr val="202729"/>
                </a:solidFill>
                <a:latin typeface="Arial Black"/>
                <a:cs typeface="Arial Black"/>
              </a:rPr>
              <a:t>Technologies</a:t>
            </a:r>
            <a:r>
              <a:rPr dirty="0" sz="1700" spc="-20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5">
                <a:solidFill>
                  <a:srgbClr val="202729"/>
                </a:solidFill>
                <a:latin typeface="Arial Black"/>
                <a:cs typeface="Arial Black"/>
              </a:rPr>
              <a:t>to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10">
                <a:solidFill>
                  <a:srgbClr val="202729"/>
                </a:solidFill>
                <a:latin typeface="Arial Black"/>
                <a:cs typeface="Arial Black"/>
              </a:rPr>
              <a:t>be</a:t>
            </a:r>
            <a:r>
              <a:rPr dirty="0" sz="1700" spc="-20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10">
                <a:solidFill>
                  <a:srgbClr val="202729"/>
                </a:solidFill>
                <a:latin typeface="Arial Black"/>
                <a:cs typeface="Arial Black"/>
              </a:rPr>
              <a:t>used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95">
                <a:solidFill>
                  <a:srgbClr val="202729"/>
                </a:solidFill>
                <a:latin typeface="Arial Black"/>
                <a:cs typeface="Arial Black"/>
              </a:rPr>
              <a:t>in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0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700" spc="-20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50">
                <a:solidFill>
                  <a:srgbClr val="202729"/>
                </a:solidFill>
                <a:latin typeface="Arial Black"/>
                <a:cs typeface="Arial Black"/>
              </a:rPr>
              <a:t>solution:</a:t>
            </a:r>
            <a:endParaRPr sz="1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927939"/>
            <a:ext cx="44869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30">
                <a:solidFill>
                  <a:srgbClr val="202729"/>
                </a:solidFill>
                <a:latin typeface="Arial Black"/>
                <a:cs typeface="Arial Black"/>
              </a:rPr>
              <a:t>Estimated</a:t>
            </a:r>
            <a:r>
              <a:rPr dirty="0" sz="1700" spc="-16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14">
                <a:solidFill>
                  <a:srgbClr val="202729"/>
                </a:solidFill>
                <a:latin typeface="Arial Black"/>
                <a:cs typeface="Arial Black"/>
              </a:rPr>
              <a:t>implementation</a:t>
            </a:r>
            <a:r>
              <a:rPr dirty="0" sz="1700" spc="-16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20">
                <a:solidFill>
                  <a:srgbClr val="202729"/>
                </a:solidFill>
                <a:latin typeface="Arial Black"/>
                <a:cs typeface="Arial Black"/>
              </a:rPr>
              <a:t>cost</a:t>
            </a:r>
            <a:r>
              <a:rPr dirty="0" sz="1700" spc="-160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30">
                <a:solidFill>
                  <a:srgbClr val="202729"/>
                </a:solidFill>
                <a:latin typeface="Arial Black"/>
                <a:cs typeface="Arial Black"/>
              </a:rPr>
              <a:t>(optional):</a:t>
            </a:r>
            <a:endParaRPr sz="1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4725" y="927939"/>
            <a:ext cx="49549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40">
                <a:solidFill>
                  <a:srgbClr val="202729"/>
                </a:solidFill>
                <a:latin typeface="Arial Black"/>
                <a:cs typeface="Arial Black"/>
              </a:rPr>
              <a:t>Add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50">
                <a:solidFill>
                  <a:srgbClr val="202729"/>
                </a:solidFill>
                <a:latin typeface="Arial Black"/>
                <a:cs typeface="Arial Black"/>
              </a:rPr>
              <a:t>as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10">
                <a:solidFill>
                  <a:srgbClr val="202729"/>
                </a:solidFill>
                <a:latin typeface="Arial Black"/>
                <a:cs typeface="Arial Black"/>
              </a:rPr>
              <a:t>per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0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120">
                <a:solidFill>
                  <a:srgbClr val="202729"/>
                </a:solidFill>
                <a:latin typeface="Arial Black"/>
                <a:cs typeface="Arial Black"/>
              </a:rPr>
              <a:t>requirements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5">
                <a:solidFill>
                  <a:srgbClr val="202729"/>
                </a:solidFill>
                <a:latin typeface="Arial Black"/>
                <a:cs typeface="Arial Black"/>
              </a:rPr>
              <a:t>for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80">
                <a:solidFill>
                  <a:srgbClr val="202729"/>
                </a:solidFill>
                <a:latin typeface="Arial Black"/>
                <a:cs typeface="Arial Black"/>
              </a:rPr>
              <a:t>the</a:t>
            </a:r>
            <a:r>
              <a:rPr dirty="0" sz="1700" spc="-195">
                <a:solidFill>
                  <a:srgbClr val="202729"/>
                </a:solidFill>
                <a:latin typeface="Arial Black"/>
                <a:cs typeface="Arial Black"/>
              </a:rPr>
              <a:t> </a:t>
            </a:r>
            <a:r>
              <a:rPr dirty="0" sz="1700" spc="-75">
                <a:solidFill>
                  <a:srgbClr val="202729"/>
                </a:solidFill>
                <a:latin typeface="Arial Black"/>
                <a:cs typeface="Arial Black"/>
              </a:rPr>
              <a:t>hackathon:</a:t>
            </a:r>
            <a:endParaRPr sz="1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821907"/>
            <a:ext cx="9144000" cy="1241226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348258"/>
            <a:ext cx="9139555" cy="281305"/>
            <a:chOff x="0" y="348258"/>
            <a:chExt cx="9139555" cy="28130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63871" y="392906"/>
              <a:ext cx="535782" cy="75902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3871" y="482203"/>
              <a:ext cx="544712" cy="11608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0" y="348258"/>
              <a:ext cx="9139555" cy="281305"/>
            </a:xfrm>
            <a:custGeom>
              <a:avLst/>
              <a:gdLst/>
              <a:ahLst/>
              <a:cxnLst/>
              <a:rect l="l" t="t" r="r" b="b"/>
              <a:pathLst>
                <a:path w="9139555" h="281305">
                  <a:moveTo>
                    <a:pt x="9139549" y="281285"/>
                  </a:moveTo>
                  <a:lnTo>
                    <a:pt x="0" y="281285"/>
                  </a:lnTo>
                  <a:lnTo>
                    <a:pt x="0" y="0"/>
                  </a:lnTo>
                  <a:lnTo>
                    <a:pt x="9139549" y="0"/>
                  </a:lnTo>
                  <a:lnTo>
                    <a:pt x="9139549" y="281285"/>
                  </a:lnTo>
                  <a:close/>
                </a:path>
              </a:pathLst>
            </a:custGeom>
            <a:solidFill>
              <a:srgbClr val="1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722773" y="402530"/>
            <a:ext cx="928369" cy="159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solidFill>
                  <a:srgbClr val="A1B17C"/>
                </a:solidFill>
                <a:latin typeface="Arial MT"/>
                <a:cs typeface="Arial MT"/>
              </a:rPr>
              <a:t>Innovation</a:t>
            </a:r>
            <a:r>
              <a:rPr dirty="0" sz="850" spc="125">
                <a:solidFill>
                  <a:srgbClr val="A1B17C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D4D4D4"/>
                </a:solidFill>
                <a:latin typeface="Arial MT"/>
                <a:cs typeface="Arial MT"/>
              </a:rPr>
              <a:t>partner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89297" y="358377"/>
            <a:ext cx="700405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300">
                <a:solidFill>
                  <a:srgbClr val="9CAA87"/>
                </a:solidFill>
                <a:latin typeface="Arial MT"/>
                <a:cs typeface="Arial MT"/>
              </a:rPr>
              <a:t>Media</a:t>
            </a:r>
            <a:r>
              <a:rPr dirty="0" sz="1350" spc="-60">
                <a:solidFill>
                  <a:srgbClr val="9CAA87"/>
                </a:solidFill>
                <a:latin typeface="Arial MT"/>
                <a:cs typeface="Arial MT"/>
              </a:rPr>
              <a:t> </a:t>
            </a:r>
            <a:r>
              <a:rPr dirty="0" sz="1350" spc="-200">
                <a:solidFill>
                  <a:srgbClr val="C8C8C8"/>
                </a:solidFill>
                <a:latin typeface="Arial MT"/>
                <a:cs typeface="Arial MT"/>
              </a:rPr>
              <a:t>partner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96417" y="389632"/>
            <a:ext cx="893444" cy="2343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185">
                <a:solidFill>
                  <a:srgbClr val="FFFFFF"/>
                </a:solidFill>
                <a:latin typeface="Arial MT"/>
                <a:cs typeface="Arial MT"/>
              </a:rPr>
              <a:t>YOURSTORY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937618"/>
            <a:ext cx="9139555" cy="370840"/>
          </a:xfrm>
          <a:custGeom>
            <a:avLst/>
            <a:gdLst/>
            <a:ahLst/>
            <a:cxnLst/>
            <a:rect l="l" t="t" r="r" b="b"/>
            <a:pathLst>
              <a:path w="9139555" h="370840">
                <a:moveTo>
                  <a:pt x="9139549" y="370582"/>
                </a:moveTo>
                <a:lnTo>
                  <a:pt x="0" y="370582"/>
                </a:lnTo>
                <a:lnTo>
                  <a:pt x="0" y="0"/>
                </a:lnTo>
                <a:lnTo>
                  <a:pt x="9139549" y="0"/>
                </a:lnTo>
                <a:lnTo>
                  <a:pt x="9139549" y="370582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0" y="1437680"/>
            <a:ext cx="9139555" cy="361950"/>
          </a:xfrm>
          <a:custGeom>
            <a:avLst/>
            <a:gdLst/>
            <a:ahLst/>
            <a:cxnLst/>
            <a:rect l="l" t="t" r="r" b="b"/>
            <a:pathLst>
              <a:path w="9139555" h="361950">
                <a:moveTo>
                  <a:pt x="9139549" y="361652"/>
                </a:moveTo>
                <a:lnTo>
                  <a:pt x="0" y="361652"/>
                </a:lnTo>
                <a:lnTo>
                  <a:pt x="0" y="0"/>
                </a:lnTo>
                <a:lnTo>
                  <a:pt x="9139549" y="0"/>
                </a:lnTo>
                <a:lnTo>
                  <a:pt x="9139549" y="361652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202085" y="762942"/>
            <a:ext cx="2713990" cy="1140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355"/>
              </a:lnSpc>
              <a:spcBef>
                <a:spcPts val="100"/>
              </a:spcBef>
            </a:pPr>
            <a:r>
              <a:rPr dirty="0" sz="405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405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405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Calibri"/>
                <a:cs typeface="Calibri"/>
              </a:rPr>
              <a:t>Bharat</a:t>
            </a:r>
            <a:endParaRPr sz="4050">
              <a:latin typeface="Calibri"/>
              <a:cs typeface="Calibri"/>
            </a:endParaRPr>
          </a:p>
          <a:p>
            <a:pPr algn="ctr" marR="15875">
              <a:lnSpc>
                <a:spcPts val="4415"/>
              </a:lnSpc>
            </a:pPr>
            <a:r>
              <a:rPr dirty="0" sz="4100" spc="-10">
                <a:solidFill>
                  <a:srgbClr val="FFFFFF"/>
                </a:solidFill>
                <a:latin typeface="Calibri"/>
                <a:cs typeface="Calibri"/>
              </a:rPr>
              <a:t>Hackathon</a:t>
            </a:r>
            <a:endParaRPr sz="41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0" y="2116336"/>
            <a:ext cx="9139555" cy="308610"/>
            <a:chOff x="0" y="2116336"/>
            <a:chExt cx="9139555" cy="308610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5770" y="2308325"/>
              <a:ext cx="486668" cy="11162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0" y="2116336"/>
              <a:ext cx="9139555" cy="308610"/>
            </a:xfrm>
            <a:custGeom>
              <a:avLst/>
              <a:gdLst/>
              <a:ahLst/>
              <a:cxnLst/>
              <a:rect l="l" t="t" r="r" b="b"/>
              <a:pathLst>
                <a:path w="9139555" h="308610">
                  <a:moveTo>
                    <a:pt x="9139549" y="308074"/>
                  </a:moveTo>
                  <a:lnTo>
                    <a:pt x="0" y="308074"/>
                  </a:lnTo>
                  <a:lnTo>
                    <a:pt x="0" y="0"/>
                  </a:lnTo>
                  <a:lnTo>
                    <a:pt x="9139549" y="0"/>
                  </a:lnTo>
                  <a:lnTo>
                    <a:pt x="9139549" y="308074"/>
                  </a:lnTo>
                  <a:close/>
                </a:path>
              </a:pathLst>
            </a:custGeom>
            <a:solidFill>
              <a:srgbClr val="1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978954" y="2190205"/>
            <a:ext cx="584200" cy="152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" spc="10">
                <a:solidFill>
                  <a:srgbClr val="9CAC7C"/>
                </a:solidFill>
                <a:latin typeface="Calibri"/>
                <a:cs typeface="Calibri"/>
              </a:rPr>
              <a:t>Powered</a:t>
            </a:r>
            <a:r>
              <a:rPr dirty="0" sz="800" spc="305">
                <a:solidFill>
                  <a:srgbClr val="9CAC7C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CFCFCF"/>
                </a:solidFill>
                <a:latin typeface="Calibri"/>
                <a:cs typeface="Calibri"/>
              </a:rPr>
              <a:t>by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661745" y="1956049"/>
            <a:ext cx="487680" cy="390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aws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0" y="2803922"/>
            <a:ext cx="9139555" cy="656590"/>
            <a:chOff x="0" y="2803922"/>
            <a:chExt cx="9139555" cy="656590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6301" y="2879825"/>
              <a:ext cx="995662" cy="57596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66151" y="2812853"/>
              <a:ext cx="607220" cy="553640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0" y="2803922"/>
              <a:ext cx="9139555" cy="656590"/>
            </a:xfrm>
            <a:custGeom>
              <a:avLst/>
              <a:gdLst/>
              <a:ahLst/>
              <a:cxnLst/>
              <a:rect l="l" t="t" r="r" b="b"/>
              <a:pathLst>
                <a:path w="9139555" h="656589">
                  <a:moveTo>
                    <a:pt x="9139549" y="656332"/>
                  </a:moveTo>
                  <a:lnTo>
                    <a:pt x="0" y="656332"/>
                  </a:lnTo>
                  <a:lnTo>
                    <a:pt x="0" y="0"/>
                  </a:lnTo>
                  <a:lnTo>
                    <a:pt x="9139549" y="0"/>
                  </a:lnTo>
                  <a:lnTo>
                    <a:pt x="9139549" y="656332"/>
                  </a:lnTo>
                  <a:close/>
                </a:path>
              </a:pathLst>
            </a:custGeom>
            <a:solidFill>
              <a:srgbClr val="1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751670" y="2828925"/>
            <a:ext cx="1623695" cy="4572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-60">
                <a:solidFill>
                  <a:srgbClr val="D3E899"/>
                </a:solidFill>
                <a:latin typeface="Arial MT"/>
                <a:cs typeface="Arial MT"/>
              </a:rPr>
              <a:t>Thank</a:t>
            </a:r>
            <a:r>
              <a:rPr dirty="0" sz="2800" spc="-100">
                <a:solidFill>
                  <a:srgbClr val="D3E899"/>
                </a:solidFill>
                <a:latin typeface="Arial MT"/>
                <a:cs typeface="Arial MT"/>
              </a:rPr>
              <a:t> </a:t>
            </a:r>
            <a:r>
              <a:rPr dirty="0" sz="2800" spc="-185">
                <a:solidFill>
                  <a:srgbClr val="D4E88E"/>
                </a:solidFill>
                <a:latin typeface="Arial MT"/>
                <a:cs typeface="Arial MT"/>
              </a:rPr>
              <a:t>You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2026-01-22T15:41:17Z</dcterms:created>
  <dcterms:modified xsi:type="dcterms:W3CDTF">2026-01-22T15:41:17Z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2026-01-22T00:00:00Z</vt:filetime>
  </property>
</Properties>
</file>